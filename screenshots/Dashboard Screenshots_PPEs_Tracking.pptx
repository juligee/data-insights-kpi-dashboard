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80" d="100"/>
          <a:sy n="80" d="100"/>
        </p:scale>
        <p:origin x="300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PPEs_Trackingversion1-25-10-2025/UrgencyHeatmap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2BEEB768-CE2F-4659-8302-70F3188387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Dashboard Screenshots </a:t>
            </a:r>
            <a:r>
              <a:rPr lang="en-us" dirty="0" err="1">
                <a:hlinkClick r:id="rId2"/>
              </a:rPr>
              <a:t>PPEs_Tracki</a:t>
            </a:r>
            <a:r>
              <a:rPr lang="en-us" dirty="0" err="1">
                <a:hlinkClick r:id="rId2"/>
              </a:rPr>
              <a:t>ng</a:t>
            </a:r>
            <a:r>
              <a:rPr lang="en-us" dirty="0">
                <a:hlinkClick r:id="rId2"/>
              </a:rPr>
              <a:t> </a:t>
            </a:r>
            <a:endParaRPr lang="en-us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F2BA8A-6697-A880-8290-CFBC0B70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96" y="1066470"/>
            <a:ext cx="8087854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11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29F7EC-D6A4-2AE2-66B9-8B1305D75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835" y="864125"/>
            <a:ext cx="8861612" cy="540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1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Urgency Heatmap">
            <a:extLst>
              <a:ext uri="{FF2B5EF4-FFF2-40B4-BE49-F238E27FC236}">
                <a16:creationId xmlns:a16="http://schemas.microsoft.com/office/drawing/2014/main" id="{1E044F94-D9BD-48CF-AD14-4E06B6A19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1719262"/>
            <a:ext cx="89535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4A7CB7-2AEE-5188-2F8D-5C14DD911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10" y="1413802"/>
            <a:ext cx="7151979" cy="440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46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5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Dashboard Screenshots PPEs_Tracking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Ojarikre Egbenine</cp:lastModifiedBy>
  <cp:revision>1</cp:revision>
  <dcterms:created xsi:type="dcterms:W3CDTF">2025-10-31T19:41:36Z</dcterms:created>
  <dcterms:modified xsi:type="dcterms:W3CDTF">2025-11-21T04:15:23Z</dcterms:modified>
</cp:coreProperties>
</file>